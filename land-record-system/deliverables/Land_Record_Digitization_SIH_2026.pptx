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5b10e271d4fe2" /><Relationship Type="http://schemas.openxmlformats.org/officeDocument/2006/relationships/extended-properties" Target="/docProps/app.xml" Id="R449249bd37a74c9c" /><Relationship Type="http://schemas.openxmlformats.org/officeDocument/2006/relationships/officeDocument" Target="/ppt/presentation.xml" Id="R6a85e6e41cef4d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26ecc46af421f"/>
  </p:sldMasterIdLst>
  <p:notesMasterIdLst>
    <p:notesMasterId xmlns:r="http://schemas.openxmlformats.org/officeDocument/2006/relationships" r:id="R665ce02c295e4c19"/>
  </p:notesMasterIdLst>
  <p:sldIdLst>
    <p:sldId xmlns:r="http://schemas.openxmlformats.org/officeDocument/2006/relationships" id="256" r:id="R9d6f72512fd34ed4"/>
    <p:sldId xmlns:r="http://schemas.openxmlformats.org/officeDocument/2006/relationships" id="257" r:id="R6fe45ac56f7e4d16"/>
    <p:sldId xmlns:r="http://schemas.openxmlformats.org/officeDocument/2006/relationships" id="258" r:id="R88bef53da7414858"/>
    <p:sldId xmlns:r="http://schemas.openxmlformats.org/officeDocument/2006/relationships" id="259" r:id="R61a746ec52844f81"/>
    <p:sldId xmlns:r="http://schemas.openxmlformats.org/officeDocument/2006/relationships" id="260" r:id="R1cfe4e8debd64e7c"/>
    <p:sldId xmlns:r="http://schemas.openxmlformats.org/officeDocument/2006/relationships" id="261" r:id="Rdde1b17d51454af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e05b8a3e54799" /><Relationship Type="http://schemas.openxmlformats.org/officeDocument/2006/relationships/slideMaster" Target="/ppt/slideMasters/slideMaster1.xml" Id="Re7526ecc46af421f" /><Relationship Type="http://schemas.openxmlformats.org/officeDocument/2006/relationships/notesMaster" Target="/ppt/notesMasters/notesMaster1.xml" Id="R665ce02c295e4c19" /><Relationship Type="http://schemas.openxmlformats.org/officeDocument/2006/relationships/presProps" Target="/ppt/presProps.xml" Id="R8859323e86194b50" /><Relationship Type="http://schemas.openxmlformats.org/officeDocument/2006/relationships/viewProps" Target="/ppt/viewProps.xml" Id="R5c7f8a8a78c44575" /><Relationship Type="http://schemas.openxmlformats.org/officeDocument/2006/relationships/tableStyles" Target="/ppt/tableStyles.xml" Id="R400ed61b0fbb4a3d" /><Relationship Type="http://schemas.openxmlformats.org/officeDocument/2006/relationships/slide" Target="/ppt/slides/slide1.xml" Id="R9d6f72512fd34ed4" /><Relationship Type="http://schemas.openxmlformats.org/officeDocument/2006/relationships/slide" Target="/ppt/slides/slide2.xml" Id="R6fe45ac56f7e4d16" /><Relationship Type="http://schemas.openxmlformats.org/officeDocument/2006/relationships/slide" Target="/ppt/slides/slide3.xml" Id="R88bef53da7414858" /><Relationship Type="http://schemas.openxmlformats.org/officeDocument/2006/relationships/slide" Target="/ppt/slides/slide4.xml" Id="R61a746ec52844f81" /><Relationship Type="http://schemas.openxmlformats.org/officeDocument/2006/relationships/slide" Target="/ppt/slides/slide5.xml" Id="R1cfe4e8debd64e7c" /><Relationship Type="http://schemas.openxmlformats.org/officeDocument/2006/relationships/slide" Target="/ppt/slides/slide6.xml" Id="Rdde1b17d5145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942fd285c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04610d3504424" /><Relationship Type="http://schemas.openxmlformats.org/officeDocument/2006/relationships/notesMaster" Target="/ppt/notesMasters/notesMaster1.xml" Id="Rfe63b62aa6274c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e99d3f12644b5" /><Relationship Type="http://schemas.openxmlformats.org/officeDocument/2006/relationships/notesMaster" Target="/ppt/notesMasters/notesMaster1.xml" Id="R3d6c2afd2d80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6a0726aba4e61" /><Relationship Type="http://schemas.openxmlformats.org/officeDocument/2006/relationships/notesMaster" Target="/ppt/notesMasters/notesMaster1.xml" Id="Rc75eb9b63feb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2feda27674e6c" /><Relationship Type="http://schemas.openxmlformats.org/officeDocument/2006/relationships/notesMaster" Target="/ppt/notesMasters/notesMaster1.xml" Id="R5e90684a64ac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0920d2d768487a" /><Relationship Type="http://schemas.openxmlformats.org/officeDocument/2006/relationships/notesMaster" Target="/ppt/notesMasters/notesMaster1.xml" Id="R3312ceb43eaf46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1793ccaae74a99" /><Relationship Type="http://schemas.openxmlformats.org/officeDocument/2006/relationships/notesMaster" Target="/ppt/notesMasters/notesMaster1.xml" Id="Rc11f6b9dd2f4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  <a:p xmlns:a="http://schemas.openxmlformats.org/drawingml/2006/main">
            <a:br/>
            <a:r>
              <a:t>Sources: https://dolr.gov.in/en/document-category/program-dilrmp/</a:t>
            </a:r>
            <a:br/>
            <a:r>
              <a:t>https://ai.google.dev/gemini-api/docs</a:t>
            </a:r>
            <a:br/>
            <a:r>
              <a:t>https://tesseract-ocr.github.io/tessdoc/</a:t>
            </a:r>
            <a:br/>
            <a:r>
              <a:t>Project source: README.md and application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2d79dbae049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5e95ef6504d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9f6dbdfde44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6b00466904d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46796769f48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9e81885894a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19631204940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04cb9904144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154f385a45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9ad9d84ca4e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0fa19abbc423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E3070D-EC4A-4FE9-B091-7C41A238794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B1066BA-C4B1-4154-8804-470A7C323B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8198B6-813B-4455-A9BD-F1CCBEB8CC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846FD91-C0C0-4216-9BAC-0715BDEC89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8C082-0114-43DD-B8AB-95ADE10D2B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204814-7C31-402E-B8CE-107AD2421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671F8B-9C02-49C9-8839-FAB754C271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9C8117-32DF-4BA1-B8B4-EFF0B3BB2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C97467-F7B0-445A-8AC8-90C0F05588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751706-0582-4B92-B6D1-19462BB0F4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A7778C-29CA-49E5-A66D-AEB2BA1FA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367B9-D351-4694-9634-87A2AD46C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9366A7-2A60-44F9-BA1F-187334E38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587CE9-1FA1-4751-AC76-C9D24A4CC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72C450-84DC-4653-B3D7-DA283AA089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E8E315-D9FF-44E6-8504-99087815D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1C1FF4-9C8F-49C8-BF3A-5FD773C5C7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F6DBB9-4C40-4315-A34E-1B5ADE5D65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27997B-DB01-462E-AA3D-3E54D78BDE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947591-7136-4A92-831E-6BFF9B6818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F1B8B9-EF61-4213-94D9-E15922523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CD013-31E6-4A35-8C97-A7BF2B5FC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E90FFD-BAD5-4BFA-951D-A8D56700A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6AED5E3-DBFA-44BF-8D13-D242044FEE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62D8100-4281-4756-91C3-969BB3BFBE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EE1AFF1-083C-4362-95CD-7032AA9770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76C6FD-4748-470D-AF3D-1155ADAED8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126E7D-156F-4191-88B6-9AE454A7C1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295DB4-7C3A-42F2-8100-E111003927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2F6425-95A2-4718-8288-DE7BB6F7D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9D526C-2FD0-4DED-963B-FFC8A72391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F7DD42-620E-443D-BD80-4EF997C39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B5847C-7A86-451F-93BF-E8B16A5C2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15E6AC-BF5B-4194-AF7A-F9402461CC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360747-79CA-4718-9803-2036AC47A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E39BC1-B63B-4D7C-AA44-0E111E264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B51A91-CD5D-423E-AE2C-C10178D97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06FFCD-805F-45D3-B22E-3059EB647C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30C2BC-F968-4317-A41A-3263CAB417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46CB5D-C1CF-4857-9FD5-D2C1085F22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713AA-9836-4582-A129-BEE8C5FD29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5A5FF9-2EC6-46F5-B70A-675A2F08B0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5A9CCF-2EA6-4784-92F7-310EBD9035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983128A-728A-4D93-90B8-B384F2ED21D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6FE76DF-0741-4DDD-B1AA-DF3EA0F1F6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18E26-9BD1-4A0C-9AC6-92ADAD76A1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E7D8D8-07F1-4650-BD15-FFA26B8E4F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A4BCC-5081-47C3-BF4E-3270A3DC91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0F0AE-70E3-4D01-A59F-0A29F18A2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243B8D-AFEC-48F5-AC59-9363EF99C3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8BD190-69FF-4658-8976-424E4C2F5D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F4C397-3FB9-4EB5-B557-27A356E195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B71638-A914-454E-B319-FA1CA88427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F83A3E4-E4D2-4662-9A9E-64F2E0F24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F6DD1F-7A2C-410C-91C8-10D388DB7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3AC337-9959-4E9E-8DB6-5CAB5F25DD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84296A-7F1B-4C76-99E4-7C9CB526CD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997CF2-DC47-4709-AF92-366AE1F6A8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082b0e53d481a" /><Relationship Type="http://schemas.openxmlformats.org/officeDocument/2006/relationships/slideLayout" Target="/ppt/slideLayouts/slideLayout1.xml" Id="Rddd109a1b3004bbe" /><Relationship Type="http://schemas.openxmlformats.org/officeDocument/2006/relationships/slideLayout" Target="/ppt/slideLayouts/slideLayout2.xml" Id="R282318a727d04567" /><Relationship Type="http://schemas.openxmlformats.org/officeDocument/2006/relationships/slideLayout" Target="/ppt/slideLayouts/slideLayout3.xml" Id="R7687e37ff293470b" /><Relationship Type="http://schemas.openxmlformats.org/officeDocument/2006/relationships/slideLayout" Target="/ppt/slideLayouts/slideLayout4.xml" Id="R3e4b000f91324196" /><Relationship Type="http://schemas.openxmlformats.org/officeDocument/2006/relationships/slideLayout" Target="/ppt/slideLayouts/slideLayout5.xml" Id="R54c1b0a2080b4da8" /><Relationship Type="http://schemas.openxmlformats.org/officeDocument/2006/relationships/slideLayout" Target="/ppt/slideLayouts/slideLayout6.xml" Id="R5f8c97e0b7a444c5" /><Relationship Type="http://schemas.openxmlformats.org/officeDocument/2006/relationships/slideLayout" Target="/ppt/slideLayouts/slideLayout7.xml" Id="R8d3e018b46c14d98" /><Relationship Type="http://schemas.openxmlformats.org/officeDocument/2006/relationships/slideLayout" Target="/ppt/slideLayouts/slideLayout8.xml" Id="R4a31565052de494b" /><Relationship Type="http://schemas.openxmlformats.org/officeDocument/2006/relationships/slideLayout" Target="/ppt/slideLayouts/slideLayout9.xml" Id="Ra3ae684f88ab4ce8" /><Relationship Type="http://schemas.openxmlformats.org/officeDocument/2006/relationships/slideLayout" Target="/ppt/slideLayouts/slideLayout10.xml" Id="R49829dd651b0412e" /><Relationship Type="http://schemas.openxmlformats.org/officeDocument/2006/relationships/slideLayout" Target="/ppt/slideLayouts/slideLayout11.xml" Id="R864c59720fe04f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20512F-53E8-4F48-97BB-F5569074F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E6026C-F1AA-4D53-B31B-EE792ECAD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4F7D95-41AC-485C-B147-E89079A853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4CD9D8-E4C5-404D-B9D1-8417D423DC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160DC2-0D78-4BF9-AD72-089C5940201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d109a1b3004bbe"/>
    <p:sldLayoutId xmlns:r="http://schemas.openxmlformats.org/officeDocument/2006/relationships" id="2147483650" r:id="R282318a727d04567"/>
    <p:sldLayoutId xmlns:r="http://schemas.openxmlformats.org/officeDocument/2006/relationships" id="2147483651" r:id="R7687e37ff293470b"/>
    <p:sldLayoutId xmlns:r="http://schemas.openxmlformats.org/officeDocument/2006/relationships" id="2147483652" r:id="R3e4b000f91324196"/>
    <p:sldLayoutId xmlns:r="http://schemas.openxmlformats.org/officeDocument/2006/relationships" id="2147483653" r:id="R54c1b0a2080b4da8"/>
    <p:sldLayoutId xmlns:r="http://schemas.openxmlformats.org/officeDocument/2006/relationships" id="2147483654" r:id="R5f8c97e0b7a444c5"/>
    <p:sldLayoutId xmlns:r="http://schemas.openxmlformats.org/officeDocument/2006/relationships" id="2147483655" r:id="R8d3e018b46c14d98"/>
    <p:sldLayoutId xmlns:r="http://schemas.openxmlformats.org/officeDocument/2006/relationships" id="2147483656" r:id="R4a31565052de494b"/>
    <p:sldLayoutId xmlns:r="http://schemas.openxmlformats.org/officeDocument/2006/relationships" id="2147483657" r:id="Ra3ae684f88ab4ce8"/>
    <p:sldLayoutId xmlns:r="http://schemas.openxmlformats.org/officeDocument/2006/relationships" id="2147483658" r:id="R49829dd651b0412e"/>
    <p:sldLayoutId xmlns:r="http://schemas.openxmlformats.org/officeDocument/2006/relationships" id="2147483659" r:id="R864c59720fe04f5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60c3b191547aa" /><Relationship Type="http://schemas.openxmlformats.org/officeDocument/2006/relationships/image" Target="/ppt/media/image.png" Id="R5416139d017740b0" /><Relationship Type="http://schemas.openxmlformats.org/officeDocument/2006/relationships/image" Target="/ppt/media/image2.png" Id="R23050663655b46a7" /><Relationship Type="http://schemas.openxmlformats.org/officeDocument/2006/relationships/notesSlide" Target="/ppt/notesSlides/notesSlide1.xml" Id="R04ab39f53268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2b3316475417a" /><Relationship Type="http://schemas.openxmlformats.org/officeDocument/2006/relationships/image" Target="/ppt/media/image2.png" Id="R33e593efc9cd4619" /><Relationship Type="http://schemas.openxmlformats.org/officeDocument/2006/relationships/notesSlide" Target="/ppt/notesSlides/notesSlide2.xml" Id="R5bef6b86f88e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92e947184f420b" /><Relationship Type="http://schemas.openxmlformats.org/officeDocument/2006/relationships/image" Target="/ppt/media/image2.png" Id="R65078f84fd7048b5" /><Relationship Type="http://schemas.openxmlformats.org/officeDocument/2006/relationships/notesSlide" Target="/ppt/notesSlides/notesSlide3.xml" Id="R37622e22f0e2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774299e8043f4" /><Relationship Type="http://schemas.openxmlformats.org/officeDocument/2006/relationships/image" Target="/ppt/media/image2.png" Id="R06b9db16c96048db" /><Relationship Type="http://schemas.openxmlformats.org/officeDocument/2006/relationships/notesSlide" Target="/ppt/notesSlides/notesSlide4.xml" Id="R618ee43702274a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7d2bdd1c3408f" /><Relationship Type="http://schemas.openxmlformats.org/officeDocument/2006/relationships/image" Target="/ppt/media/image2.png" Id="R1c5dfbe1a80a405d" /><Relationship Type="http://schemas.openxmlformats.org/officeDocument/2006/relationships/notesSlide" Target="/ppt/notesSlides/notesSlide5.xml" Id="R05ca9042138343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77281fdee478d" /><Relationship Type="http://schemas.openxmlformats.org/officeDocument/2006/relationships/hyperlink" Target="https://dolr.gov.in/en/document-category/program-dilrmp/" TargetMode="External" Id="Re1422874bcee4b5f" /><Relationship Type="http://schemas.openxmlformats.org/officeDocument/2006/relationships/hyperlink" Target="https://ai.google.dev/gemini-api/docs" TargetMode="External" Id="R5f3b1b03252746ba" /><Relationship Type="http://schemas.openxmlformats.org/officeDocument/2006/relationships/hyperlink" Target="https://tesseract-ocr.github.io/tessdoc/" TargetMode="External" Id="R417baae46f324aa4" /><Relationship Type="http://schemas.openxmlformats.org/officeDocument/2006/relationships/image" Target="/ppt/media/image2.png" Id="R050aa7ebabff4448" /><Relationship Type="http://schemas.openxmlformats.org/officeDocument/2006/relationships/notesSlide" Target="/ppt/notesSlides/notesSlide6.xml" Id="R05cd148c2566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AC716310-B4E9-4892-9295-1FC5B9C46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16139d017740b0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EEFD6F8D-2049-451B-B870-EEBD54E19D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SIH 2026 PROJECT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DCFDAAE-662A-48DA-989C-07BEBB6B830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LAND RECORD SYSTEM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F4079A-0145-43E4-AD7D-E7DDB1D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ID: Add from SIH portal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Project: Land Record System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Focus: AI-assisted digitization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Category: 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 / name: Add from SIH portal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1B76B89-DA2C-4B13-8BBB-316763144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50663655b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415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F73BFCA-34CD-46D0-B63B-890F698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FF63F777-B881-495A-A9F8-E0E0EE734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LAND RECORD DIGITIZATION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CACD5A03-B347-42C7-85DE-620CF8D0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6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AI-assisted record processing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Extract owner, khatian, plot, area, and village fields from scans.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Combine Gemini extraction with regex checks and OCR cross-checks.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Validate fields and duplicates, then route uncertain results to officers.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C10DC5-A056-4CEE-B9FB-74C8BA929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A68C3-7B06-4367-8665-17444C9E2C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Land Record System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LRS AI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E40B5FF-ED5C-4687-90B3-A73DC59FA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593efc9cd4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818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5E58798-4025-4040-8DB0-4116F6B77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4AEF7C1-5D8D-46FB-8879-4AEA51B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Stack: React, Node/Express, MongoDB, and Python.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OpenCV cleans scans for Gemini and regex extraction.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FastAPI serves extraction. Tesseract checks OCR.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B197DE-8F3E-4D9D-A8EA-A93F3C81C1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14227AE-C698-4F83-97E7-79F8037A9D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Land Record System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LRS AI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DF92B4F-1748-42AD-91A1-1E9E4726AC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78f84fd7048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838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6676E02-50E3-42CB-811A-3EA0CD8A5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0BCECA3-8097-47D3-860A-0274C8F0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just"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342900" indent="-342900" algn="just">
              <a:spcAft>
                <a:spcPts val="0"/>
              </a:spcAft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Built on existing MERN and Python services.</a:t>
            </a:r>
          </a:p>
          <a:p xmlns:a="http://schemas.openxmlformats.org/drawingml/2006/main">
            <a:pPr marL="342900" indent="-342900" algn="just">
              <a:spcAft>
                <a:spcPts val="0"/>
              </a:spcAft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Regex/text fallback covers missing AI or OCR.</a:t>
            </a:r>
          </a:p>
          <a:p xmlns:a="http://schemas.openxmlformats.org/drawingml/2006/main">
            <a:pPr marL="342900" indent="-342900" algn="just">
              <a:spcAft>
                <a:spcPts val="0"/>
              </a:spcAft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Low-confidence cases go to officer review.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79B186-700E-4E2B-BAAC-C4ADE5F67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0D21B2C-C1F7-4412-AC35-94EE8CF31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LRS AI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0637341-4107-4A0D-9B43-A3130830B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9db16c96048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7394C84-F2DD-42FD-B65B-696F93464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55537B0-7942-4942-8335-4CA3F388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Search and dashboards use approved records.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Audit logs document officer decisions and corrections.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E67DFC-4BD2-460D-BAA4-6059646260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23BCB08-E232-49A5-B6FF-115610AA5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LRS AI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7EC23FD-ED39-408D-B92D-4BBBBD693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dfbe1a80a40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4AB3D0B-B206-4F71-B1AD-88A0ED37E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7A67B9F-E768-461F-BD43-30403637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179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Land records: 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  <a:hlinkClick xmlns:r="http://schemas.openxmlformats.org/officeDocument/2006/relationships" r:id="Re1422874bcee4b5f"/>
              </a:rPr>
              <a:t>DILRMP guidelines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 (dolr.gov.in)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AI extraction: 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  <a:hlinkClick xmlns:r="http://schemas.openxmlformats.org/officeDocument/2006/relationships" r:id="R5f3b1b03252746ba"/>
              </a:rPr>
              <a:t>Gemini API docs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 (ai.google.dev)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OCR: 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  <a:hlinkClick xmlns:r="http://schemas.openxmlformats.org/officeDocument/2006/relationships" r:id="R417baae46f324aa4"/>
              </a:rPr>
              <a:t>Tesseract user manual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 (tesseract-ocr.github.io)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Project evidence: README.md and source code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2A676C-EDD0-4EBA-98E3-BB2995ACF9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8D31318-665B-4BF7-8BAA-064B10C555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Land Record System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LRS AI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4469A4E-81DD-4E5D-8D5A-B80EBA929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aa7ebabff44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2026-10-22T19:16:41.1330000Z</dcterms:created>
  <dcterms:modified xsi:type="dcterms:W3CDTF">2026-10-22T19:16:41.1330000Z</dcterms:modified>
</coreProperties>
</file>